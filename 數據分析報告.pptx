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季度數據分析與趨勢洞察報告</a:t>
            </a:r>
          </a:p>
          <a:p>
            <a:pPr>
              <a:spcBef>
                <a:spcPts val="1600"/>
              </a:spcBef>
              <a:defRPr sz="1800">
                <a:solidFill>
                  <a:srgbClr val="00F2FE"/>
                </a:solidFill>
                <a:latin typeface="Microsoft JhengHei"/>
              </a:defRPr>
            </a:pPr>
            <a:r>
              <a:t>基於歷史數據指標的深度解析報告 (2015 Q1 - 2026 Q1)</a:t>
            </a:r>
          </a:p>
          <a:p>
            <a:pPr>
              <a:spcBef>
                <a:spcPts val="64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數據來源: 活頁簿1.csv | 報告產出：AI 數據分析助理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數據執行摘要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Microsoft JhengHei"/>
              </a:defRPr>
            </a:pPr>
            <a:r>
              <a:t>歷史季度數據的核心指標與概覽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24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2000" b="1">
                <a:solidFill>
                  <a:srgbClr val="00F2FE"/>
                </a:solidFill>
                <a:latin typeface="Microsoft JhengHei"/>
              </a:defRPr>
            </a:pPr>
            <a:r>
              <a:t>指標 A 核心概覽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最新數值 (2026 Q1)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87.58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歷史平均值：66.55</a:t>
            </a:r>
            <a:br/>
            <a:r>
              <a:t>• 歷史最大值：89.15 (2024 Q3)</a:t>
            </a:r>
            <a:br/>
            <a:r>
              <a:t>• 歷史最小值：-0.13 (2016 Q4) *異常值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24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2000" b="1">
                <a:solidFill>
                  <a:srgbClr val="C084FC"/>
                </a:solidFill>
                <a:latin typeface="Microsoft JhengHei"/>
              </a:defRPr>
            </a:pPr>
            <a:r>
              <a:t>指標 B 核心概覽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最新數值 (2026 Q1)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71.90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歷史平均值：203.68</a:t>
            </a:r>
            <a:br/>
            <a:r>
              <a:t>• 歷史最大值：345.00 (2021 Q4)</a:t>
            </a:r>
            <a:br/>
            <a:r>
              <a:t>• 歷史最小值：71.90 (2026 Q1)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數據趨勢視覺化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Microsoft JhengHei"/>
              </a:defRPr>
            </a:pPr>
            <a:r>
              <a:t>歷史走勢對比與波動分析</a:t>
            </a:r>
          </a:p>
        </p:txBody>
      </p:sp>
      <p:pic>
        <p:nvPicPr>
          <p:cNvPr id="3" name="Picture 2" descr="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1645920"/>
            <a:ext cx="2651760" cy="4389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4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走勢分析要點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1. 指標 A 成長軌跡：</a:t>
            </a:r>
            <a:br/>
            <a:r>
              <a:t>指標 A 整體呈現穩健上升趨勢。在 2015-2019 年維持在 50-60 水準，2020 年起攀升至 70-80 以上，近期 (2026 Q1) 達到 87.58 的高檔區間。</a:t>
            </a:r>
            <a:br/>
            <a:br/>
            <a:r>
              <a:t>2. 指標 B 的週期波動：</a:t>
            </a:r>
            <a:br/>
            <a:r>
              <a:t>指標 B 則呈現顯著的週期性與高峰。在 2021-2022 年間達到 &gt;300 的歷史高峰，隨後在 2024-2026 年逐漸回落，目前 2026 Q1 為 71.9，處於歷史相對低點。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關鍵洞察與異常分析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Microsoft JhengHei"/>
              </a:defRPr>
            </a:pPr>
            <a:r>
              <a:t>聚焦數據的波動轉折與異常表現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4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EF4444"/>
                </a:solidFill>
                <a:latin typeface="Microsoft JhengHei"/>
              </a:defRPr>
            </a:pPr>
            <a:r>
              <a:t>⚠️ 指標 A 異常值分析 (2016 Q4)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Microsoft JhengHei"/>
              </a:defRPr>
            </a:pPr>
            <a:r>
              <a:t>• 異常數值：-0.13</a:t>
            </a:r>
            <a:br/>
            <a:r>
              <a:t>• 背景對比：前一季度 (2016 Q3) 為 52.48，後一季度 (2017 Q1) 為 53.06。</a:t>
            </a:r>
            <a:br/>
            <a:br/>
            <a:r>
              <a:t>• 潛在原因：</a:t>
            </a:r>
            <a:br/>
            <a:r>
              <a:t>   1. 資料登錄錯誤：該季度數值可能遺失或輸入負號。</a:t>
            </a:r>
            <a:br/>
            <a:r>
              <a:t>   2. 外部重大衝擊：該期間企業可能發生極端的單季虧損或銷量歸零事件。</a:t>
            </a:r>
            <a:br/>
            <a:br/>
            <a:r>
              <a:t>• 處理建議：</a:t>
            </a:r>
            <a:br/>
            <a:r>
              <a:t>   在進行時間序列建模或統計預測時，應將此點視為「極端離群值 (Outlier)」進行平滑化或剔除處理，以免扭曲整體趨勢。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4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C084FC"/>
                </a:solidFill>
                <a:latin typeface="Microsoft JhengHei"/>
              </a:defRPr>
            </a:pPr>
            <a:r>
              <a:t>📈 指標 B 週期性巨幅波動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Microsoft JhengHei"/>
              </a:defRPr>
            </a:pPr>
            <a:r>
              <a:t>• 歷史高峰：345.00 (2021 Q4)</a:t>
            </a:r>
            <a:br/>
            <a:r>
              <a:t>• 谷底走勢：近期已滑落至 71.90 (2026 Q1)。</a:t>
            </a:r>
            <a:br/>
            <a:br/>
            <a:r>
              <a:t>• 現象解讀：</a:t>
            </a:r>
            <a:br/>
            <a:r>
              <a:t>   指標 B 在 2021 年期間出現了爆發性成長（可能受惠於疫情期間的宅經濟、供應鏈補貨潮或特殊市場溢價），並維持了約 4 個季度的超高水準。</a:t>
            </a:r>
            <a:br/>
            <a:br/>
            <a:r>
              <a:t>• 近期警訊：</a:t>
            </a:r>
            <a:br/>
            <a:r>
              <a:t>   自 2023 年起指標 B 呈現穩定下行軌道，2026 Q1 更創下 2020 年以來的新低，顯示該市場/指標的需求或動能已進入顯著的收縮與築底期。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近期季度數據明細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Microsoft JhengHei"/>
              </a:defRPr>
            </a:pPr>
            <a:r>
              <a:t>近兩年 (2024 - 2026) 數據對照表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43660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536"/>
                <a:gridCol w="3145536"/>
                <a:gridCol w="3145536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F2FE"/>
                          </a:solidFill>
                          <a:latin typeface="Microsoft JhengHei"/>
                        </a:defRPr>
                      </a:pPr>
                      <a:r>
                        <a:t>季度 (Quarter)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F2FE"/>
                          </a:solidFill>
                          <a:latin typeface="Microsoft JhengHei"/>
                        </a:defRPr>
                      </a:pPr>
                      <a:r>
                        <a:t>指標 A (Metric A)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F2FE"/>
                          </a:solidFill>
                          <a:latin typeface="Microsoft JhengHei"/>
                        </a:defRPr>
                      </a:pPr>
                      <a:r>
                        <a:t>指標 B (Metric B)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2026 Q1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87.58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71.90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2025 Q4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86.88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92.60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2025 Q3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84.87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94.90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2025 Q2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81.58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108.50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2025 Q1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88.59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140.50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2024 Q4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86.10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141.50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2024 Q3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89.15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224.00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2024 Q2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87.01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212.00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2024 Q1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88.50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217.50</a:t>
                      </a:r>
                    </a:p>
                  </a:txBody>
                  <a:tcPr>
                    <a:solidFill>
                      <a:srgbClr val="10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策略結論與建議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Microsoft JhengHei"/>
              </a:defRPr>
            </a:pPr>
            <a:r>
              <a:t>基於趨勢的未來展望與行動指南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24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2200" b="1">
                <a:solidFill>
                  <a:srgbClr val="00F2FE"/>
                </a:solidFill>
                <a:latin typeface="Microsoft JhengHei"/>
              </a:defRPr>
            </a:pPr>
            <a:r>
              <a:t>🎯 關鍵策略結論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1. 指標 A 表現強勁，需防範高檔震盪：</a:t>
            </a:r>
            <a:br/>
            <a:r>
              <a:t>   指標 A 從 2015 年的 52.83 穩步攀升至目前的 87.58。這顯示其核心業務或基本面長期向好。建議持續增資或擴大此業務線，但因目前處於歷史高位，需注意短期回檔修正的風險。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2. 指標 B 面臨週期底部，應著重「控產保價」與築底規劃：</a:t>
            </a:r>
            <a:br/>
            <a:r>
              <a:t>   指標 B 從最高峰 345 下滑至目前的 71.9。這通常是市場供過於求或外部紅利退去後的硬著陸現象。短期內不宜盲目擴張或削價競爭，應精簡庫存與人力，等待供需關係重新平衡。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3. 數據品質稽核與治理：</a:t>
            </a:r>
            <a:br/>
            <a:r>
              <a:t>   針對 2016 Q4 的指標 A 異常值（-0.13），建議追溯當季原始財務/銷售傳票，確認是否為公式錯誤或人工登錄失誤，並在未來的數據收集流程中加入閾值警示機制（例如：設定指標 A 下限為 30），以保障數據治理品質。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